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1" r:id="rId3"/>
    <p:sldId id="262" r:id="rId4"/>
    <p:sldId id="263" r:id="rId5"/>
    <p:sldId id="264" r:id="rId6"/>
    <p:sldId id="265" r:id="rId7"/>
    <p:sldId id="267" r:id="rId8"/>
    <p:sldId id="259" r:id="rId9"/>
    <p:sldId id="258" r:id="rId10"/>
    <p:sldId id="25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20AF9-93D9-411C-AF6D-4DEF6A4ACE0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6057B-F279-41D1-B24E-2B163EAC6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1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A34E-CA78-B4A3-3C79-AF3A50C99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549C5-56B7-5421-CC90-DF787CA8B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923BA-460C-D8B0-55F2-424FA9A8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51EB-ED60-4443-8FD7-7B7824ED9D3E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6A0CA-D975-8C0A-0EF0-C9E9A6BA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B41C0-8F34-8DCA-0A59-58678C51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81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77E8-122B-3617-BAC3-D0F2EEDD7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5A094-BB05-2A71-9E86-A0CCF02E6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5E0E5-85B4-2EFD-4A75-C6D84893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490A-B8A2-4C74-A1B5-C65E374CDD8F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CAF38-642C-5523-5774-16AD1268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AA3E4-693A-093A-0ABB-DD38001B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37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AEBB-2640-F6A3-C244-9E6DA4CE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024BA-4DE3-C450-7875-60575427A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01BC8-0688-2239-A2D8-98D472C8F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FA92-7468-4B1E-A98B-079A6609B95B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AB144-82D1-13CB-B8D3-5E79C5E9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5F160-8EEB-A43D-3E40-896AC409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76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27309-2177-FCE9-C9A1-9E466F89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5E43A-771A-9A92-72EB-9CD57B4BB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1AE78-3601-1235-C827-68D3D11CD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2D398-4562-8828-32F4-6CF1545E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DE08-DA6A-4BA1-8727-7519250AA203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DE9C3-F7A8-D629-F54F-3C819435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0856E-21D8-1F09-0024-B9E2408E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0D2C-39C4-922D-4C29-B53C7598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89E8D-D137-56E4-0CE6-EFDF80119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854CC-1204-AB09-EA69-E44713B94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5BBC73-92B2-9269-68A2-7F1A8121A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A1947-C120-9070-DF31-F1420911E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D4A38-7C05-27D7-8E68-BF84525F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551B5-E0CD-413E-A9E2-9CBBDB9D55E3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6F7BE5-32A2-E65C-5128-F4A65375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4313F-2FDC-6F04-6ABE-1A682D9C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64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A394D-57FE-F954-1C85-08B03314F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245F41-80C1-6B38-E005-D60C8495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25E-6699-48AF-8AFA-E9812A51BACE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84C360-A5D5-0B3F-38FF-27DC8301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9FFAC-C6BA-A457-A984-5719B7808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6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1342BE-558F-627B-AE1D-24DCCD71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E8A9-FCF0-4CB1-85EC-55313507BACF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C40DB-7EAF-AD5C-4983-FDE72D54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83739-BA70-BD73-9E32-6370C8800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6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73BD-6091-CFD3-A6F1-DA29F5A1F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B6A5-B618-0891-3B7B-7871FB904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0AAAB-86B1-0E5A-24D0-D3F625866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835F7-9CA8-A6A5-DA9A-EF18A840C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2DECB-F38C-4BC3-BDB0-68443EB34F1B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9A82-A70D-9CF4-376F-50DEE832E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39784-B1B7-D09C-DD19-CCB2653B2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89B8-92A9-BCA3-F351-7BB1AEF6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F442F-9319-9AF8-35B0-BDF954A51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14FD9-746E-A908-C4AD-79640A027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E520E-1093-B0C0-1D81-F36E6B14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2816-18E0-401C-966C-46356557B92C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A2FAD-DF08-4C36-C43D-698251A7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5C95A-5607-B593-C3B1-D0796E3E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4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F047D-BADA-144A-2457-C983CEB72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13193-F361-F594-CE87-012608CBF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E52F6-3D42-D6FE-EB29-63F6CD14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BA1CC-84CF-4FD5-9686-1F27314D0003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79371-5EC6-A709-9767-C264732D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D1A66-D8A9-2A1A-3892-0756BC80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5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C637C8-5D1C-A997-A676-150AA50BF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83A97-7221-55B5-3FBA-64CBCFB29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87D72-41C7-FA72-D603-52FFFF34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E7B1-421E-4F1A-B174-4E346578E16D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B2802-76E0-7A64-634B-28409355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53FCC-740A-E720-0580-5C72E991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7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8D7582-96FE-5066-1B68-99C07FF4A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12AA1-FD1B-FE27-2F9F-C1F7013D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C999D-13C1-450E-C3F6-4AF04099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42CDE-15E5-422F-8E9F-A7E35956661B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B7C3D-6C44-13D0-E214-E4C56D51C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892B-A490-9887-C61E-32AD1269C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5857C-AE89-48B9-B465-01B09838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A4159-9D0E-A6ED-30F8-996695C99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696"/>
            <a:ext cx="10515600" cy="4984267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Skin Cancer Classification Malignant vs Benign Using CNN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Mukhtar Hassan Abdi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E0E02-A0C4-4896-97B7-12610E1E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3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A807-3FD9-FD1E-0727-77B0DE6F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0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BA8FF-A92C-7CDC-D044-FB0EF8FB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983"/>
            <a:ext cx="10515600" cy="475898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cancer is one of the most common diseases worldwide.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methods are manual, time-consuming, and prone to errors.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advancement of machine learning and image processing, automated skin cancer classification has become possible, improving accuracy and early diagnosis.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79CB2-B84F-A011-EC0D-A4DF9BD1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74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DE34-3A8D-04CD-1528-750BF0C3C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A63B0-11CC-8039-B104-94015396E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Objective: </a:t>
            </a:r>
            <a:r>
              <a:rPr lang="en-US" dirty="0"/>
              <a:t>To develop a machine learning model that classifies skin cancer as benign or malignant.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 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7B32A-0B01-0E46-083F-F908931E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3</a:t>
            </a:fld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12F7558-8880-94D2-5248-50E7F645A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2080" y="3082856"/>
            <a:ext cx="673671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load the skin cancer image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skin lesion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and understand the data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CNN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train and evaluate the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357342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9DFB-549E-578D-6276-F485F2C85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82C1A-22AE-D1D9-7099-3FBE8BD6E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skin lesion images labeled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Malignant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images are used to train and test the classification model.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helps the model learn visual patterns associated with skin cancer.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51E4D-998B-9A8F-6DF5-B9F4F73F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8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15B3-E574-4FEA-D160-2D595C81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&amp; PRE-PROCESSING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51EAA-2B20-470A-6DA1-9C96B6F23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is performed to understand image distribution.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resized and normalized.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is applied to improve model generalization.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split into training and testing sets.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E5A2C-FFBA-96B6-ACA8-D70028EF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9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4DBB-346F-C5A2-0B10-3B06B228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612F7-77E4-F511-BC70-708ADD192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classification.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trained using the training dataset.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such as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tuned to improve performance.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DC51B-900C-4F61-B4B4-268110E1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19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6CB41-54FD-2AAF-0C8A-3056A258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the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4AAE6-1858-5882-7B2E-252A40CED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CNN model achieved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classifying skin cancer images.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Accuracy: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Accuracy: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ECEAF-B3D3-DA08-0136-BF314F94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1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8D5C0-33FB-5A1A-35D9-D2F78027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of the experiment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8FE8C0A-D49A-2F09-F498-D2B4813DE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380895"/>
            <a:ext cx="10744200" cy="389477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F91800-8F98-C618-F764-DFDE1611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9883E1-85C4-4513-AFCD-EF7A8EF7B14C}" type="datetime1">
              <a:rPr lang="en-US" sz="1000"/>
              <a:pPr>
                <a:spcAft>
                  <a:spcPts val="600"/>
                </a:spcAft>
              </a:pPr>
              <a:t>2/9/2026</a:t>
            </a:fld>
            <a:endParaRPr lang="en-US" sz="10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E0DB1-F656-7637-672E-23D182FD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045857C-AE89-48B9-B465-01B09838F1A1}" type="slidenum">
              <a:rPr lang="en-US" sz="1000"/>
              <a:pPr>
                <a:spcAft>
                  <a:spcPts val="600"/>
                </a:spcAft>
              </a:pPr>
              <a:t>8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5215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50F-13CE-D73C-BBAB-EEADADC0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 on training data 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DFCFB-417E-CA02-64C0-E3DE44FA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C54333-D52C-9085-DE4C-F5645604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1732680"/>
            <a:ext cx="8610600" cy="458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09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58AE-1565-3E1E-47BA-C449679E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 on Test data set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18DE3-94E2-8622-DB4A-9AE79F53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864FDD-2382-7CDB-A31A-3E7AD9E42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0" y="1292056"/>
            <a:ext cx="6310889" cy="506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5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6036-344E-DB87-EC61-D1A73A29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98E5B-05B2-45A6-0629-74218C91C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Image preprocessing techniques significantly improve model accuracy.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CNN performs well for skin cancer classification.</a:t>
            </a:r>
            <a:br>
              <a:rPr lang="en-US" dirty="0"/>
            </a:br>
            <a:r>
              <a:rPr lang="en-US" dirty="0"/>
              <a:t>Artificial Intelligence supports doctors in early and accurate diagnosis.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DDD88-411F-40FE-1B2B-6E59FFA4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63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8C075-1B83-BC51-D89D-DE7A522FD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DD8AB-BD6E-6F67-6D0D-414CE6A8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857C-AE89-48B9-B465-01B09838F1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8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332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</vt:lpstr>
      <vt:lpstr>Objectives </vt:lpstr>
      <vt:lpstr>Methodology</vt:lpstr>
      <vt:lpstr>   EDA &amp; PRE-PROCESSING</vt:lpstr>
      <vt:lpstr>MODEL BUILDING</vt:lpstr>
      <vt:lpstr>Results from the experiment</vt:lpstr>
      <vt:lpstr>Results of the experiment </vt:lpstr>
      <vt:lpstr>Result on training data set</vt:lpstr>
      <vt:lpstr>Result on Test data set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Elsabet Wedajo Wede</dc:creator>
  <cp:lastModifiedBy>mukhtar Hassan</cp:lastModifiedBy>
  <cp:revision>4</cp:revision>
  <dcterms:created xsi:type="dcterms:W3CDTF">2023-12-15T19:18:33Z</dcterms:created>
  <dcterms:modified xsi:type="dcterms:W3CDTF">2026-02-09T19:02:55Z</dcterms:modified>
</cp:coreProperties>
</file>